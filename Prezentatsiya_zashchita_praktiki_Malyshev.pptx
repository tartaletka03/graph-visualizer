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МИНОБРНАУКИ РОССИИ  ·  ВВГУ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93C5FD"/>
                </a:solidFill>
                <a:latin typeface="Arial"/>
              </a:rPr>
              <a:t>ОТЧЁТ ПО УЧЕБНОЙ ОЗНАКОМИТЕЛЬНОЙ ПРАКТИКЕ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Визуализатор алгоритмов на графах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rial"/>
              </a:rPr>
              <a:t>BFS  ·  DFS  ·  Дейкстра  ·  Прим  ·  Краскал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Студент гр. БИН-24-3   Малышев Никита Максимович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Arial"/>
              </a:rPr>
              <a:t>Руководитель: канд. техн. наук Е.Ю. Соболевская   ·   Консультант: М.В. Водяницкий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Владивосток,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rial"/>
              </a:rPr>
              <a:t>Цель работы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Разработка интерактивного веб-приложения для пошаговой визуализации пяти графовых алгоритмов с редактором графа и выводом порядка обхода и суммарного веса.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rial"/>
              </a:rPr>
              <a:t>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642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Изучить теорию графов и алгоритмы: BFS, DFS, Дейкстра, Прим, Краскал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Сравнить технологии реализации и обосновать выбор стека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Спроектировать модульную архитектуру, реализовать модель графа и алгоритмы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Разработать редактор графа и систему пошаговой визуализации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Провести автоматизированное тестирование, включая граничные случаи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 Оформить отчёт по СТО и опубликовать код в репозитории 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Теоретические основы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103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10312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BFS – обход в ширину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Очередь, обход по уровням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O(V + 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280160"/>
            <a:ext cx="2103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280160"/>
            <a:ext cx="210312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554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DFS – обход в глубину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Стек, углубление с возвратом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54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O(V + 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280160"/>
            <a:ext cx="21031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554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Дейкстра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Бинарная куча (priority queue)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54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"/>
              </a:rPr>
              <a:t>O((V+E) log V)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80160"/>
            <a:ext cx="2103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280160"/>
            <a:ext cx="210312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554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Прим – MST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Рост дерева из вершины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154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O((V+E) log 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280160"/>
            <a:ext cx="2103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280160"/>
            <a:ext cx="210312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554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Краскал – MST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Сортировка рёбер + DSU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154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O(E log 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Ключевые структуры данных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1106424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Карта смежности (Map) – доступ к соседям за O(степень), а не O(E)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Бинарная min-куча – извлечение минимума за O(log V), ленивое удаление в Дейкстре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DSU (сжатие пути + объединение по рангу) – проверка циклов в Краскале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Обоснование выбора технологии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01168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Критерий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234440"/>
            <a:ext cx="210312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0759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Python + Tkinter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246888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30759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Python + PyQt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234440"/>
            <a:ext cx="210312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30759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C++ + Qt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234440"/>
            <a:ext cx="23774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3075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HTML/CSS/JS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755648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82880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Кроссплатформ.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755648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18288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Частичная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755648"/>
            <a:ext cx="24688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Высокая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755648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8288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Высокая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755648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8288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Полная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276856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5000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Установка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276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235000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Нужен Python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276856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35000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Python + PyQt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276856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35000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Компилятор, Qt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276856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35000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Не требуется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798064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87121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Визуализация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2798064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287121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Ограниченная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798064"/>
            <a:ext cx="24688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287121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Хорошая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798064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287121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Хорошая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798064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287121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SVG + CSS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319272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392424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Лицензия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31927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33924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Свободная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319272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339242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GPL (PySide6 – LGPL)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319272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33924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LGPL/комм.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319272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3392424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Стандарты W3C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384048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91363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Запуск без установки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3840480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6040" y="391363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Нет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3840480"/>
            <a:ext cx="24688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9160" y="39136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Нет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3840480"/>
            <a:ext cx="210312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391363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Нет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3840480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39136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Да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361688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443484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Итог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36168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40" y="44348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Не подходит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4361688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9160" y="44348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Подходит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436168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78040" y="44348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Избыточен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4361688"/>
            <a:ext cx="237744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81160" y="44348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Выбрано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Веб-технологии выбраны: не требуют установки, кроссплатформенны, SVG + CSS обеспечивают плавную анимацию. PyQt (GPL) и PySide6 (LGPL) доступны для учебных проектов, но требуют установки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Архитектура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486400" cy="22323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371600"/>
            <a:ext cx="557784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Модули (ES-modules)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521208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Единственная ответственность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core/Graph.js – модель + карта смежности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structures/ – PriorityQueue, DSU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algorithms/ – 5 чистых функций → массив шагов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visualization/ – отрисовка SVG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ui/ – контроллер интерфейса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Тесты изолированы от браузера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Интерактивный редактор графа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pic>
        <p:nvPicPr>
          <p:cNvPr id="7" name="Picture 6" descr="fig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2585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280160"/>
            <a:ext cx="43891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Добавление вершин кликом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Рёбра – клик по двум вершинам + вес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Перетаскивание вершин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Удаление через контекстное меню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Пример: 6 вершин, 9 рёбер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Светлая тема (требование СТО)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Пошаговая визуализация: BFS и 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pic>
        <p:nvPicPr>
          <p:cNvPr id="7" name="Picture 6" descr="fig-b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547360" cy="3566160"/>
          </a:xfrm>
          <a:prstGeom prst="rect">
            <a:avLst/>
          </a:prstGeom>
        </p:spPr>
      </p:pic>
      <p:pic>
        <p:nvPicPr>
          <p:cNvPr id="8" name="Picture 7" descr="fig-d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5473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937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rial"/>
              </a:rPr>
              <a:t>BFS – обход по уровням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937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rial"/>
              </a:rPr>
              <a:t>DFS – углубление с возвратом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Цвета: оранжевый – текущая, зелёный – посещённая, голубой/фиолетовый – в очереди/стеке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Алгоритм Дейкстры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pic>
        <p:nvPicPr>
          <p:cNvPr id="7" name="Picture 6" descr="fig-dijk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89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280160"/>
            <a:ext cx="47548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Бинарная min-куча + ленивое удаление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Сложность O((V+E) log V)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Соседи – через карту смежности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Таблица расстояний обновляется на каждой итерации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206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rial"/>
              </a:rPr>
              <a:t>Результат (старт из A):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663440"/>
            <a:ext cx="47548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A=0, B=3, C=2, D=8, E=10, F=13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Путь к F: A→C→B→D→E→F (вес 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Минимальное остовное дерево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pic>
        <p:nvPicPr>
          <p:cNvPr id="7" name="Picture 6" descr="fig-p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547360" cy="3566160"/>
          </a:xfrm>
          <a:prstGeom prst="rect">
            <a:avLst/>
          </a:prstGeom>
        </p:spPr>
      </p:pic>
      <p:pic>
        <p:nvPicPr>
          <p:cNvPr id="8" name="Picture 7" descr="fig-krusk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5473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937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rial"/>
              </a:rPr>
              <a:t>Прим – рост из вершины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937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rial"/>
              </a:rPr>
              <a:t>Краскал – сортировка рёбер + DSU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Суммарный вес MST = 13; рёбра: BC=1, AC=2, DE=2, EF=3, BD=5. DSU: union связывает корни, а не вершины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Тестирование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rial"/>
              </a:rPr>
              <a:t>57 автоматизированных тестов – все пройдены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20040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282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Модель графа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282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122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PriorityQueue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122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59736"/>
            <a:ext cx="320040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96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963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43784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BFS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80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27832"/>
            <a:ext cx="320040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64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64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118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484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Дейкстра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95928"/>
            <a:ext cx="320040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325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Прим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0325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9976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Краскал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4165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64024"/>
            <a:ext cx="320040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Итого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Arial"/>
              </a:rPr>
              <a:t>57</a:t>
            </a:r>
          </a:p>
        </p:txBody>
      </p:sp>
      <p:pic>
        <p:nvPicPr>
          <p:cNvPr id="35" name="Picture 34" descr="fig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2110154" cy="3840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Инструмент – собственный тест-фреймворк (describe/it/expect), запуск в Node.js и браузере. Граничные случаи: несвязный граф, изолированные вершины, равные веса рёбер, граф из одной вершины.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Выявленные и устранённые дефекты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Визуализатор алгоритмов на графах  ·  Малышев Н.М., БИН-24-3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DSU в Краскале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union связывал вершины (parent[a]=b), а не корни → пропуски циклов. Исправлено: parent[find(a)]=find(b) + эвристики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Дейкстра: сложность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Линейный поиск минимума O(V²) заменён на бинарную кучу O((V+E) log 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09728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Доступ к соседям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Просмотр всех рёбер заменён картой смежности O(степень)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09728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Отрисовка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Подписи весов перекрывали вершины – изменён z-order слоёв + обводка текста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Разработан визуализатор 5 графовых алгоритмов с модульной архитектурой (ES-модули)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Дейкстра – на бинарной куче, соседи – через карту смежности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DSU Краскала корректен: циклы не зависят от порядка равных весов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57 автоматизированных тестов, включая граничные случаи – все пройдены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Блок-схемы по ГОСТ 19.701–90, сравнительная таблица технологий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2E8F0"/>
                </a:solidFill>
                <a:latin typeface="Arial"/>
              </a:rPr>
              <a:t>•  Код опубликован в Git-репозитории с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Студент гр. БИН-24-3  Н.М. Малышев   ·   Владивосток,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